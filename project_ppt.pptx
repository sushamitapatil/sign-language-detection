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9"/>
  </p:notesMasterIdLst>
  <p:sldIdLst>
    <p:sldId id="256" r:id="rId2"/>
    <p:sldId id="257" r:id="rId3"/>
    <p:sldId id="283" r:id="rId4"/>
    <p:sldId id="281" r:id="rId5"/>
    <p:sldId id="284" r:id="rId6"/>
    <p:sldId id="259" r:id="rId7"/>
    <p:sldId id="261" r:id="rId8"/>
    <p:sldId id="262" r:id="rId9"/>
    <p:sldId id="263" r:id="rId10"/>
    <p:sldId id="274" r:id="rId11"/>
    <p:sldId id="264" r:id="rId12"/>
    <p:sldId id="279" r:id="rId13"/>
    <p:sldId id="265" r:id="rId14"/>
    <p:sldId id="270" r:id="rId15"/>
    <p:sldId id="271" r:id="rId16"/>
    <p:sldId id="27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2B7F1-9BCB-41AE-960E-B3CCD8259B3A}" v="8" dt="2025-05-21T08:08:13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>
        <p:scale>
          <a:sx n="75" d="100"/>
          <a:sy n="75" d="100"/>
        </p:scale>
        <p:origin x="9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94EFC7-0327-428B-AE57-E5DFAF795CE3}" type="doc">
      <dgm:prSet loTypeId="urn:microsoft.com/office/officeart/2005/8/layout/vList5" loCatId="list" qsTypeId="urn:microsoft.com/office/officeart/2005/8/quickstyle/simple2" qsCatId="simple" csTypeId="urn:microsoft.com/office/officeart/2005/8/colors/accent6_2" csCatId="accent6"/>
      <dgm:spPr/>
      <dgm:t>
        <a:bodyPr/>
        <a:lstStyle/>
        <a:p>
          <a:endParaRPr lang="en-IN"/>
        </a:p>
      </dgm:t>
    </dgm:pt>
    <dgm:pt modelId="{CCCD4A2B-3E7E-4302-AFBB-549DB4465E7E}">
      <dgm:prSet/>
      <dgm:spPr/>
      <dgm:t>
        <a:bodyPr/>
        <a:lstStyle/>
        <a:p>
          <a:r>
            <a:rPr lang="en-IN" dirty="0"/>
            <a:t>Hardware:</a:t>
          </a:r>
        </a:p>
      </dgm:t>
    </dgm:pt>
    <dgm:pt modelId="{70D7BD8D-E9B6-4DBE-8EBF-AB28F704EAF1}" type="parTrans" cxnId="{8C542404-8518-4B26-A744-098862165558}">
      <dgm:prSet/>
      <dgm:spPr/>
      <dgm:t>
        <a:bodyPr/>
        <a:lstStyle/>
        <a:p>
          <a:endParaRPr lang="en-IN"/>
        </a:p>
      </dgm:t>
    </dgm:pt>
    <dgm:pt modelId="{2E2754EE-53B2-4ED4-B5C8-B33F64FA1C2E}" type="sibTrans" cxnId="{8C542404-8518-4B26-A744-098862165558}">
      <dgm:prSet/>
      <dgm:spPr/>
      <dgm:t>
        <a:bodyPr/>
        <a:lstStyle/>
        <a:p>
          <a:endParaRPr lang="en-IN"/>
        </a:p>
      </dgm:t>
    </dgm:pt>
    <dgm:pt modelId="{D55CAD08-5736-4DA4-AC24-91615E72A93B}">
      <dgm:prSet/>
      <dgm:spPr/>
      <dgm:t>
        <a:bodyPr/>
        <a:lstStyle/>
        <a:p>
          <a:r>
            <a:rPr lang="en-IN"/>
            <a:t>Computer</a:t>
          </a:r>
        </a:p>
      </dgm:t>
    </dgm:pt>
    <dgm:pt modelId="{92721A8B-A0AB-4999-8B83-88F4751FFA65}" type="parTrans" cxnId="{0A23B180-FFDB-4C9B-9C5D-4F60681DB631}">
      <dgm:prSet/>
      <dgm:spPr/>
      <dgm:t>
        <a:bodyPr/>
        <a:lstStyle/>
        <a:p>
          <a:endParaRPr lang="en-IN"/>
        </a:p>
      </dgm:t>
    </dgm:pt>
    <dgm:pt modelId="{97CFF5EB-2415-43ED-AB1E-662811B1CC12}" type="sibTrans" cxnId="{0A23B180-FFDB-4C9B-9C5D-4F60681DB631}">
      <dgm:prSet/>
      <dgm:spPr/>
      <dgm:t>
        <a:bodyPr/>
        <a:lstStyle/>
        <a:p>
          <a:endParaRPr lang="en-IN"/>
        </a:p>
      </dgm:t>
    </dgm:pt>
    <dgm:pt modelId="{B2C9DF45-1150-4353-84D4-5EACECA92F4C}">
      <dgm:prSet/>
      <dgm:spPr/>
      <dgm:t>
        <a:bodyPr/>
        <a:lstStyle/>
        <a:p>
          <a:r>
            <a:rPr lang="en-IN"/>
            <a:t>Webcam</a:t>
          </a:r>
        </a:p>
      </dgm:t>
    </dgm:pt>
    <dgm:pt modelId="{48BC5EEB-BE9B-4880-8199-DEAAC14E9812}" type="parTrans" cxnId="{3B6C18AD-C432-4E42-9DDE-849E45548E42}">
      <dgm:prSet/>
      <dgm:spPr/>
      <dgm:t>
        <a:bodyPr/>
        <a:lstStyle/>
        <a:p>
          <a:endParaRPr lang="en-IN"/>
        </a:p>
      </dgm:t>
    </dgm:pt>
    <dgm:pt modelId="{FEEF387B-4DFD-4CEC-B513-48BA36ECFDFB}" type="sibTrans" cxnId="{3B6C18AD-C432-4E42-9DDE-849E45548E42}">
      <dgm:prSet/>
      <dgm:spPr/>
      <dgm:t>
        <a:bodyPr/>
        <a:lstStyle/>
        <a:p>
          <a:endParaRPr lang="en-IN"/>
        </a:p>
      </dgm:t>
    </dgm:pt>
    <dgm:pt modelId="{6DD5895A-3EFE-41CE-86E4-A0CD6A078985}">
      <dgm:prSet/>
      <dgm:spPr/>
      <dgm:t>
        <a:bodyPr/>
        <a:lstStyle/>
        <a:p>
          <a:r>
            <a:rPr lang="en-IN"/>
            <a:t>GPU</a:t>
          </a:r>
        </a:p>
      </dgm:t>
    </dgm:pt>
    <dgm:pt modelId="{373C2401-7E41-4882-AD8B-9E97037DE466}" type="parTrans" cxnId="{2E606EBC-FDC1-4C36-89E4-E50E94BE4F84}">
      <dgm:prSet/>
      <dgm:spPr/>
      <dgm:t>
        <a:bodyPr/>
        <a:lstStyle/>
        <a:p>
          <a:endParaRPr lang="en-IN"/>
        </a:p>
      </dgm:t>
    </dgm:pt>
    <dgm:pt modelId="{AF05AD3D-E102-4E93-ABF9-A0D1031C4999}" type="sibTrans" cxnId="{2E606EBC-FDC1-4C36-89E4-E50E94BE4F84}">
      <dgm:prSet/>
      <dgm:spPr/>
      <dgm:t>
        <a:bodyPr/>
        <a:lstStyle/>
        <a:p>
          <a:endParaRPr lang="en-IN"/>
        </a:p>
      </dgm:t>
    </dgm:pt>
    <dgm:pt modelId="{2A962AE0-BCCF-4564-901A-F01F7907998C}">
      <dgm:prSet/>
      <dgm:spPr/>
      <dgm:t>
        <a:bodyPr/>
        <a:lstStyle/>
        <a:p>
          <a:r>
            <a:rPr lang="en-IN"/>
            <a:t>Software:</a:t>
          </a:r>
        </a:p>
      </dgm:t>
    </dgm:pt>
    <dgm:pt modelId="{1ABE46EA-C4D8-48F6-B913-B054C3388A65}" type="parTrans" cxnId="{972A894C-C95C-432C-8E4E-8C5CFF203021}">
      <dgm:prSet/>
      <dgm:spPr/>
      <dgm:t>
        <a:bodyPr/>
        <a:lstStyle/>
        <a:p>
          <a:endParaRPr lang="en-IN"/>
        </a:p>
      </dgm:t>
    </dgm:pt>
    <dgm:pt modelId="{B0161839-29C7-438B-928A-3FAE646DE2C2}" type="sibTrans" cxnId="{972A894C-C95C-432C-8E4E-8C5CFF203021}">
      <dgm:prSet/>
      <dgm:spPr/>
      <dgm:t>
        <a:bodyPr/>
        <a:lstStyle/>
        <a:p>
          <a:endParaRPr lang="en-IN"/>
        </a:p>
      </dgm:t>
    </dgm:pt>
    <dgm:pt modelId="{0A3A8411-4811-403A-9E22-9A531A90D71B}">
      <dgm:prSet/>
      <dgm:spPr/>
      <dgm:t>
        <a:bodyPr/>
        <a:lstStyle/>
        <a:p>
          <a:r>
            <a:rPr lang="en-IN"/>
            <a:t>Python</a:t>
          </a:r>
        </a:p>
      </dgm:t>
    </dgm:pt>
    <dgm:pt modelId="{CC8C50EA-7147-4EFD-A5A0-0637C9D6A4C2}" type="parTrans" cxnId="{83843CBC-F76D-41D5-8728-30EAFB98EDBE}">
      <dgm:prSet/>
      <dgm:spPr/>
      <dgm:t>
        <a:bodyPr/>
        <a:lstStyle/>
        <a:p>
          <a:endParaRPr lang="en-IN"/>
        </a:p>
      </dgm:t>
    </dgm:pt>
    <dgm:pt modelId="{9548E103-9506-4059-806A-3824A9429252}" type="sibTrans" cxnId="{83843CBC-F76D-41D5-8728-30EAFB98EDBE}">
      <dgm:prSet/>
      <dgm:spPr/>
      <dgm:t>
        <a:bodyPr/>
        <a:lstStyle/>
        <a:p>
          <a:endParaRPr lang="en-IN"/>
        </a:p>
      </dgm:t>
    </dgm:pt>
    <dgm:pt modelId="{68606AAF-0BEF-4198-9333-F2555A77B708}">
      <dgm:prSet/>
      <dgm:spPr/>
      <dgm:t>
        <a:bodyPr/>
        <a:lstStyle/>
        <a:p>
          <a:r>
            <a:rPr lang="en-IN"/>
            <a:t>TensorFlow/Keras, OpenCV</a:t>
          </a:r>
        </a:p>
      </dgm:t>
    </dgm:pt>
    <dgm:pt modelId="{DC6A2500-D579-4E52-B9BC-82BFA606E845}" type="parTrans" cxnId="{C5A94A85-3170-435B-8EDC-DDCA46B823AD}">
      <dgm:prSet/>
      <dgm:spPr/>
      <dgm:t>
        <a:bodyPr/>
        <a:lstStyle/>
        <a:p>
          <a:endParaRPr lang="en-IN"/>
        </a:p>
      </dgm:t>
    </dgm:pt>
    <dgm:pt modelId="{3FE045E2-1CF4-41EE-8A7E-2D081768C4CA}" type="sibTrans" cxnId="{C5A94A85-3170-435B-8EDC-DDCA46B823AD}">
      <dgm:prSet/>
      <dgm:spPr/>
      <dgm:t>
        <a:bodyPr/>
        <a:lstStyle/>
        <a:p>
          <a:endParaRPr lang="en-IN"/>
        </a:p>
      </dgm:t>
    </dgm:pt>
    <dgm:pt modelId="{96B2E02F-F20E-4C82-A79F-DE0CD5D46748}">
      <dgm:prSet/>
      <dgm:spPr/>
      <dgm:t>
        <a:bodyPr/>
        <a:lstStyle/>
        <a:p>
          <a:r>
            <a:rPr lang="en-IN"/>
            <a:t>Linux/Windows</a:t>
          </a:r>
        </a:p>
      </dgm:t>
    </dgm:pt>
    <dgm:pt modelId="{888CFBD1-88FD-4586-9849-7B6A057209B2}" type="parTrans" cxnId="{98BAE946-519E-4015-B2D7-217BE643944D}">
      <dgm:prSet/>
      <dgm:spPr/>
      <dgm:t>
        <a:bodyPr/>
        <a:lstStyle/>
        <a:p>
          <a:endParaRPr lang="en-IN"/>
        </a:p>
      </dgm:t>
    </dgm:pt>
    <dgm:pt modelId="{204361C9-C57E-4C48-89DB-D625C314F686}" type="sibTrans" cxnId="{98BAE946-519E-4015-B2D7-217BE643944D}">
      <dgm:prSet/>
      <dgm:spPr/>
      <dgm:t>
        <a:bodyPr/>
        <a:lstStyle/>
        <a:p>
          <a:endParaRPr lang="en-IN"/>
        </a:p>
      </dgm:t>
    </dgm:pt>
    <dgm:pt modelId="{5088FA20-238D-46CD-9B09-CD8C4D2516B3}" type="pres">
      <dgm:prSet presAssocID="{8494EFC7-0327-428B-AE57-E5DFAF795CE3}" presName="Name0" presStyleCnt="0">
        <dgm:presLayoutVars>
          <dgm:dir/>
          <dgm:animLvl val="lvl"/>
          <dgm:resizeHandles val="exact"/>
        </dgm:presLayoutVars>
      </dgm:prSet>
      <dgm:spPr/>
    </dgm:pt>
    <dgm:pt modelId="{D0A910A5-9B5D-44B6-BF8C-EC61C026C15A}" type="pres">
      <dgm:prSet presAssocID="{CCCD4A2B-3E7E-4302-AFBB-549DB4465E7E}" presName="linNode" presStyleCnt="0"/>
      <dgm:spPr/>
    </dgm:pt>
    <dgm:pt modelId="{767EE227-F190-43C1-9774-FE2EF195CEE0}" type="pres">
      <dgm:prSet presAssocID="{CCCD4A2B-3E7E-4302-AFBB-549DB4465E7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09053A7-DB40-4B05-AB74-342E22BEAE6C}" type="pres">
      <dgm:prSet presAssocID="{CCCD4A2B-3E7E-4302-AFBB-549DB4465E7E}" presName="descendantText" presStyleLbl="alignAccFollowNode1" presStyleIdx="0" presStyleCnt="2">
        <dgm:presLayoutVars>
          <dgm:bulletEnabled val="1"/>
        </dgm:presLayoutVars>
      </dgm:prSet>
      <dgm:spPr/>
    </dgm:pt>
    <dgm:pt modelId="{47F769A6-096E-45FD-9E0F-C7F19E78F0C9}" type="pres">
      <dgm:prSet presAssocID="{2E2754EE-53B2-4ED4-B5C8-B33F64FA1C2E}" presName="sp" presStyleCnt="0"/>
      <dgm:spPr/>
    </dgm:pt>
    <dgm:pt modelId="{7F06F1AC-FBE2-4AE3-A878-335672A9DC0A}" type="pres">
      <dgm:prSet presAssocID="{2A962AE0-BCCF-4564-901A-F01F7907998C}" presName="linNode" presStyleCnt="0"/>
      <dgm:spPr/>
    </dgm:pt>
    <dgm:pt modelId="{9C958A84-AC2F-42E6-A58C-19F2B7CC9181}" type="pres">
      <dgm:prSet presAssocID="{2A962AE0-BCCF-4564-901A-F01F7907998C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F5C0C19-33DD-44E0-810D-A57D9B747C50}" type="pres">
      <dgm:prSet presAssocID="{2A962AE0-BCCF-4564-901A-F01F7907998C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C542404-8518-4B26-A744-098862165558}" srcId="{8494EFC7-0327-428B-AE57-E5DFAF795CE3}" destId="{CCCD4A2B-3E7E-4302-AFBB-549DB4465E7E}" srcOrd="0" destOrd="0" parTransId="{70D7BD8D-E9B6-4DBE-8EBF-AB28F704EAF1}" sibTransId="{2E2754EE-53B2-4ED4-B5C8-B33F64FA1C2E}"/>
    <dgm:cxn modelId="{98BAE946-519E-4015-B2D7-217BE643944D}" srcId="{2A962AE0-BCCF-4564-901A-F01F7907998C}" destId="{96B2E02F-F20E-4C82-A79F-DE0CD5D46748}" srcOrd="2" destOrd="0" parTransId="{888CFBD1-88FD-4586-9849-7B6A057209B2}" sibTransId="{204361C9-C57E-4C48-89DB-D625C314F686}"/>
    <dgm:cxn modelId="{2D659F48-564D-4E0D-A257-E284FE90619B}" type="presOf" srcId="{68606AAF-0BEF-4198-9333-F2555A77B708}" destId="{CF5C0C19-33DD-44E0-810D-A57D9B747C50}" srcOrd="0" destOrd="1" presId="urn:microsoft.com/office/officeart/2005/8/layout/vList5"/>
    <dgm:cxn modelId="{972A894C-C95C-432C-8E4E-8C5CFF203021}" srcId="{8494EFC7-0327-428B-AE57-E5DFAF795CE3}" destId="{2A962AE0-BCCF-4564-901A-F01F7907998C}" srcOrd="1" destOrd="0" parTransId="{1ABE46EA-C4D8-48F6-B913-B054C3388A65}" sibTransId="{B0161839-29C7-438B-928A-3FAE646DE2C2}"/>
    <dgm:cxn modelId="{0AD20876-DC58-4741-A93A-76D0AE847FFA}" type="presOf" srcId="{6DD5895A-3EFE-41CE-86E4-A0CD6A078985}" destId="{009053A7-DB40-4B05-AB74-342E22BEAE6C}" srcOrd="0" destOrd="2" presId="urn:microsoft.com/office/officeart/2005/8/layout/vList5"/>
    <dgm:cxn modelId="{0A23B180-FFDB-4C9B-9C5D-4F60681DB631}" srcId="{CCCD4A2B-3E7E-4302-AFBB-549DB4465E7E}" destId="{D55CAD08-5736-4DA4-AC24-91615E72A93B}" srcOrd="0" destOrd="0" parTransId="{92721A8B-A0AB-4999-8B83-88F4751FFA65}" sibTransId="{97CFF5EB-2415-43ED-AB1E-662811B1CC12}"/>
    <dgm:cxn modelId="{C5A94A85-3170-435B-8EDC-DDCA46B823AD}" srcId="{2A962AE0-BCCF-4564-901A-F01F7907998C}" destId="{68606AAF-0BEF-4198-9333-F2555A77B708}" srcOrd="1" destOrd="0" parTransId="{DC6A2500-D579-4E52-B9BC-82BFA606E845}" sibTransId="{3FE045E2-1CF4-41EE-8A7E-2D081768C4CA}"/>
    <dgm:cxn modelId="{4D767A96-8F40-49DF-9BD8-CAE8C60DBB7A}" type="presOf" srcId="{8494EFC7-0327-428B-AE57-E5DFAF795CE3}" destId="{5088FA20-238D-46CD-9B09-CD8C4D2516B3}" srcOrd="0" destOrd="0" presId="urn:microsoft.com/office/officeart/2005/8/layout/vList5"/>
    <dgm:cxn modelId="{AA0FEF9B-599E-4ABF-BCBB-17B54E55F8D0}" type="presOf" srcId="{0A3A8411-4811-403A-9E22-9A531A90D71B}" destId="{CF5C0C19-33DD-44E0-810D-A57D9B747C50}" srcOrd="0" destOrd="0" presId="urn:microsoft.com/office/officeart/2005/8/layout/vList5"/>
    <dgm:cxn modelId="{598D0D9F-07CA-4EFD-BE71-916FC1B66436}" type="presOf" srcId="{B2C9DF45-1150-4353-84D4-5EACECA92F4C}" destId="{009053A7-DB40-4B05-AB74-342E22BEAE6C}" srcOrd="0" destOrd="1" presId="urn:microsoft.com/office/officeart/2005/8/layout/vList5"/>
    <dgm:cxn modelId="{3B6C18AD-C432-4E42-9DDE-849E45548E42}" srcId="{CCCD4A2B-3E7E-4302-AFBB-549DB4465E7E}" destId="{B2C9DF45-1150-4353-84D4-5EACECA92F4C}" srcOrd="1" destOrd="0" parTransId="{48BC5EEB-BE9B-4880-8199-DEAAC14E9812}" sibTransId="{FEEF387B-4DFD-4CEC-B513-48BA36ECFDFB}"/>
    <dgm:cxn modelId="{958C37AD-666E-4EBF-9BC4-C008A6C5EB6E}" type="presOf" srcId="{CCCD4A2B-3E7E-4302-AFBB-549DB4465E7E}" destId="{767EE227-F190-43C1-9774-FE2EF195CEE0}" srcOrd="0" destOrd="0" presId="urn:microsoft.com/office/officeart/2005/8/layout/vList5"/>
    <dgm:cxn modelId="{83843CBC-F76D-41D5-8728-30EAFB98EDBE}" srcId="{2A962AE0-BCCF-4564-901A-F01F7907998C}" destId="{0A3A8411-4811-403A-9E22-9A531A90D71B}" srcOrd="0" destOrd="0" parTransId="{CC8C50EA-7147-4EFD-A5A0-0637C9D6A4C2}" sibTransId="{9548E103-9506-4059-806A-3824A9429252}"/>
    <dgm:cxn modelId="{2E606EBC-FDC1-4C36-89E4-E50E94BE4F84}" srcId="{CCCD4A2B-3E7E-4302-AFBB-549DB4465E7E}" destId="{6DD5895A-3EFE-41CE-86E4-A0CD6A078985}" srcOrd="2" destOrd="0" parTransId="{373C2401-7E41-4882-AD8B-9E97037DE466}" sibTransId="{AF05AD3D-E102-4E93-ABF9-A0D1031C4999}"/>
    <dgm:cxn modelId="{BC1F23D8-7D4B-459A-B246-F2989244D95D}" type="presOf" srcId="{2A962AE0-BCCF-4564-901A-F01F7907998C}" destId="{9C958A84-AC2F-42E6-A58C-19F2B7CC9181}" srcOrd="0" destOrd="0" presId="urn:microsoft.com/office/officeart/2005/8/layout/vList5"/>
    <dgm:cxn modelId="{77B251DB-AAA2-4607-B82A-F7C394E8F317}" type="presOf" srcId="{96B2E02F-F20E-4C82-A79F-DE0CD5D46748}" destId="{CF5C0C19-33DD-44E0-810D-A57D9B747C50}" srcOrd="0" destOrd="2" presId="urn:microsoft.com/office/officeart/2005/8/layout/vList5"/>
    <dgm:cxn modelId="{23D274DD-A427-4884-A83D-E8B499F02C9D}" type="presOf" srcId="{D55CAD08-5736-4DA4-AC24-91615E72A93B}" destId="{009053A7-DB40-4B05-AB74-342E22BEAE6C}" srcOrd="0" destOrd="0" presId="urn:microsoft.com/office/officeart/2005/8/layout/vList5"/>
    <dgm:cxn modelId="{A0F5707E-8679-4B0F-83D0-D29EC93CCF2B}" type="presParOf" srcId="{5088FA20-238D-46CD-9B09-CD8C4D2516B3}" destId="{D0A910A5-9B5D-44B6-BF8C-EC61C026C15A}" srcOrd="0" destOrd="0" presId="urn:microsoft.com/office/officeart/2005/8/layout/vList5"/>
    <dgm:cxn modelId="{FFFA02D2-31BF-49C8-AE7E-A3CA79519303}" type="presParOf" srcId="{D0A910A5-9B5D-44B6-BF8C-EC61C026C15A}" destId="{767EE227-F190-43C1-9774-FE2EF195CEE0}" srcOrd="0" destOrd="0" presId="urn:microsoft.com/office/officeart/2005/8/layout/vList5"/>
    <dgm:cxn modelId="{3EDDB7FF-A949-4C6B-8E24-7A4CCCB5EED5}" type="presParOf" srcId="{D0A910A5-9B5D-44B6-BF8C-EC61C026C15A}" destId="{009053A7-DB40-4B05-AB74-342E22BEAE6C}" srcOrd="1" destOrd="0" presId="urn:microsoft.com/office/officeart/2005/8/layout/vList5"/>
    <dgm:cxn modelId="{B0CA7237-1F15-4FE2-A949-93167B515794}" type="presParOf" srcId="{5088FA20-238D-46CD-9B09-CD8C4D2516B3}" destId="{47F769A6-096E-45FD-9E0F-C7F19E78F0C9}" srcOrd="1" destOrd="0" presId="urn:microsoft.com/office/officeart/2005/8/layout/vList5"/>
    <dgm:cxn modelId="{D53D78B1-EB12-4738-8083-AA9141DE8BC6}" type="presParOf" srcId="{5088FA20-238D-46CD-9B09-CD8C4D2516B3}" destId="{7F06F1AC-FBE2-4AE3-A878-335672A9DC0A}" srcOrd="2" destOrd="0" presId="urn:microsoft.com/office/officeart/2005/8/layout/vList5"/>
    <dgm:cxn modelId="{490427C5-A0E0-4B54-A5C1-C103484FFF0C}" type="presParOf" srcId="{7F06F1AC-FBE2-4AE3-A878-335672A9DC0A}" destId="{9C958A84-AC2F-42E6-A58C-19F2B7CC9181}" srcOrd="0" destOrd="0" presId="urn:microsoft.com/office/officeart/2005/8/layout/vList5"/>
    <dgm:cxn modelId="{7C081A02-10DA-45CA-A666-4900E09C3D3A}" type="presParOf" srcId="{7F06F1AC-FBE2-4AE3-A878-335672A9DC0A}" destId="{CF5C0C19-33DD-44E0-810D-A57D9B747C5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30DE7E-CD47-46DF-9E1B-A956BCF08D01}" type="doc">
      <dgm:prSet loTypeId="urn:microsoft.com/office/officeart/2008/layout/BendingPictureCaptionList" loCatId="picture" qsTypeId="urn:microsoft.com/office/officeart/2005/8/quickstyle/simple3" qsCatId="simple" csTypeId="urn:microsoft.com/office/officeart/2005/8/colors/accent6_1" csCatId="accent6" phldr="1"/>
      <dgm:spPr/>
      <dgm:t>
        <a:bodyPr/>
        <a:lstStyle/>
        <a:p>
          <a:endParaRPr lang="en-IN"/>
        </a:p>
      </dgm:t>
    </dgm:pt>
    <dgm:pt modelId="{4C496E2D-1CFA-4A37-AE7C-F29419C468E4}">
      <dgm:prSet custT="1"/>
      <dgm:spPr/>
      <dgm:t>
        <a:bodyPr/>
        <a:lstStyle/>
        <a:p>
          <a:r>
            <a:rPr lang="en-US" sz="2000" dirty="0"/>
            <a:t>Data Acquisition </a:t>
          </a:r>
          <a:endParaRPr lang="en-IN" sz="2000" dirty="0"/>
        </a:p>
      </dgm:t>
    </dgm:pt>
    <dgm:pt modelId="{C9A6E8CF-0F39-4D2C-85DE-DA969BB8D3A4}" type="parTrans" cxnId="{4773449A-3B95-4908-ABE1-460B8F15420E}">
      <dgm:prSet/>
      <dgm:spPr/>
      <dgm:t>
        <a:bodyPr/>
        <a:lstStyle/>
        <a:p>
          <a:endParaRPr lang="en-IN"/>
        </a:p>
      </dgm:t>
    </dgm:pt>
    <dgm:pt modelId="{6B69F064-813B-4452-A02A-935DCA248D30}" type="sibTrans" cxnId="{4773449A-3B95-4908-ABE1-460B8F15420E}">
      <dgm:prSet/>
      <dgm:spPr/>
      <dgm:t>
        <a:bodyPr/>
        <a:lstStyle/>
        <a:p>
          <a:endParaRPr lang="en-IN"/>
        </a:p>
      </dgm:t>
    </dgm:pt>
    <dgm:pt modelId="{183D56C9-42EE-4E76-B3D3-570D46F2536D}">
      <dgm:prSet custT="1"/>
      <dgm:spPr/>
      <dgm:t>
        <a:bodyPr/>
        <a:lstStyle/>
        <a:p>
          <a:r>
            <a:rPr lang="en-US" sz="2200" dirty="0"/>
            <a:t>Data pre-processing  </a:t>
          </a:r>
          <a:endParaRPr lang="en-IN" sz="2200" dirty="0"/>
        </a:p>
      </dgm:t>
    </dgm:pt>
    <dgm:pt modelId="{85AA8702-7AD3-440F-8A53-4823389F41AC}" type="parTrans" cxnId="{FCA6C4B2-8AA4-4B3D-863D-620771B30700}">
      <dgm:prSet/>
      <dgm:spPr/>
      <dgm:t>
        <a:bodyPr/>
        <a:lstStyle/>
        <a:p>
          <a:endParaRPr lang="en-IN"/>
        </a:p>
      </dgm:t>
    </dgm:pt>
    <dgm:pt modelId="{B101EA23-92AB-44BC-BCCE-492C64D08084}" type="sibTrans" cxnId="{FCA6C4B2-8AA4-4B3D-863D-620771B30700}">
      <dgm:prSet/>
      <dgm:spPr/>
      <dgm:t>
        <a:bodyPr/>
        <a:lstStyle/>
        <a:p>
          <a:endParaRPr lang="en-IN"/>
        </a:p>
      </dgm:t>
    </dgm:pt>
    <dgm:pt modelId="{D909F52A-C603-468F-A00E-AE33E761AC4F}">
      <dgm:prSet custT="1"/>
      <dgm:spPr/>
      <dgm:t>
        <a:bodyPr/>
        <a:lstStyle/>
        <a:p>
          <a:r>
            <a:rPr lang="en-US" sz="2200" dirty="0"/>
            <a:t>Gesture Classification </a:t>
          </a:r>
          <a:endParaRPr lang="en-IN" sz="2200" dirty="0"/>
        </a:p>
      </dgm:t>
    </dgm:pt>
    <dgm:pt modelId="{6632E83E-6FE8-493B-A000-7D998CD43EC4}" type="parTrans" cxnId="{61102989-FDD9-4851-8CEA-D6014F192695}">
      <dgm:prSet/>
      <dgm:spPr/>
      <dgm:t>
        <a:bodyPr/>
        <a:lstStyle/>
        <a:p>
          <a:endParaRPr lang="en-IN"/>
        </a:p>
      </dgm:t>
    </dgm:pt>
    <dgm:pt modelId="{F748208B-9F2C-4F49-B895-5397F611652E}" type="sibTrans" cxnId="{61102989-FDD9-4851-8CEA-D6014F192695}">
      <dgm:prSet/>
      <dgm:spPr/>
      <dgm:t>
        <a:bodyPr/>
        <a:lstStyle/>
        <a:p>
          <a:endParaRPr lang="en-IN"/>
        </a:p>
      </dgm:t>
    </dgm:pt>
    <dgm:pt modelId="{D3871FD7-93A3-4780-A6FA-4AFD0F99C258}">
      <dgm:prSet custT="1"/>
      <dgm:spPr/>
      <dgm:t>
        <a:bodyPr/>
        <a:lstStyle/>
        <a:p>
          <a:r>
            <a:rPr lang="en-US" sz="1800" dirty="0"/>
            <a:t>Text and Speech Translation </a:t>
          </a:r>
          <a:endParaRPr lang="en-IN" sz="1800" dirty="0"/>
        </a:p>
      </dgm:t>
    </dgm:pt>
    <dgm:pt modelId="{CE7C2DB4-02FC-47BF-9D80-7A3430C0F198}" type="parTrans" cxnId="{75F9FA23-6FE3-4F1B-B27E-CAEBBE45C8FA}">
      <dgm:prSet/>
      <dgm:spPr/>
      <dgm:t>
        <a:bodyPr/>
        <a:lstStyle/>
        <a:p>
          <a:endParaRPr lang="en-IN"/>
        </a:p>
      </dgm:t>
    </dgm:pt>
    <dgm:pt modelId="{CAA7DB6A-FF4B-47C2-B878-F41A3BC3F7E2}" type="sibTrans" cxnId="{75F9FA23-6FE3-4F1B-B27E-CAEBBE45C8FA}">
      <dgm:prSet/>
      <dgm:spPr/>
      <dgm:t>
        <a:bodyPr/>
        <a:lstStyle/>
        <a:p>
          <a:endParaRPr lang="en-IN"/>
        </a:p>
      </dgm:t>
    </dgm:pt>
    <dgm:pt modelId="{8E4D55B1-AC0B-4C04-99E0-B57401513FE0}" type="pres">
      <dgm:prSet presAssocID="{A630DE7E-CD47-46DF-9E1B-A956BCF08D01}" presName="Name0" presStyleCnt="0">
        <dgm:presLayoutVars>
          <dgm:dir/>
          <dgm:resizeHandles val="exact"/>
        </dgm:presLayoutVars>
      </dgm:prSet>
      <dgm:spPr/>
    </dgm:pt>
    <dgm:pt modelId="{2B3C5AF9-FB30-4B14-9706-2C874D47B52A}" type="pres">
      <dgm:prSet presAssocID="{4C496E2D-1CFA-4A37-AE7C-F29419C468E4}" presName="composite" presStyleCnt="0"/>
      <dgm:spPr/>
    </dgm:pt>
    <dgm:pt modelId="{FAD3FC4A-971A-4C8E-B31D-E4D544BCD997}" type="pres">
      <dgm:prSet presAssocID="{4C496E2D-1CFA-4A37-AE7C-F29419C468E4}" presName="rect1" presStyleLbl="bgImgPlace1" presStyleIdx="0" presStyleCnt="4" custScaleY="100081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96" t="-4825" r="-1796" b="-4825"/>
          </a:stretch>
        </a:blipFill>
      </dgm:spPr>
    </dgm:pt>
    <dgm:pt modelId="{951F1E53-D2AD-4A73-AA6F-5558FB9920A0}" type="pres">
      <dgm:prSet presAssocID="{4C496E2D-1CFA-4A37-AE7C-F29419C468E4}" presName="wedgeRectCallout1" presStyleLbl="node1" presStyleIdx="0" presStyleCnt="4">
        <dgm:presLayoutVars>
          <dgm:bulletEnabled val="1"/>
        </dgm:presLayoutVars>
      </dgm:prSet>
      <dgm:spPr/>
    </dgm:pt>
    <dgm:pt modelId="{1B4DD2C3-2FBE-4549-BA61-9330518E976D}" type="pres">
      <dgm:prSet presAssocID="{6B69F064-813B-4452-A02A-935DCA248D30}" presName="sibTrans" presStyleCnt="0"/>
      <dgm:spPr/>
    </dgm:pt>
    <dgm:pt modelId="{291AF4DF-BA3C-452F-AFDC-56B3AEDEF002}" type="pres">
      <dgm:prSet presAssocID="{183D56C9-42EE-4E76-B3D3-570D46F2536D}" presName="composite" presStyleCnt="0"/>
      <dgm:spPr/>
    </dgm:pt>
    <dgm:pt modelId="{EFC41BB3-DE5E-49CE-8FD6-DC6895AF3778}" type="pres">
      <dgm:prSet presAssocID="{183D56C9-42EE-4E76-B3D3-570D46F2536D}" presName="rect1" presStyleLbl="bgImgPlace1" presStyleIdx="1" presStyleCnt="4" custScaleX="100607" custScaleY="100107" custLinFactNeighborX="567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83" t="-10291" r="-1483" b="-10291"/>
          </a:stretch>
        </a:blipFill>
      </dgm:spPr>
    </dgm:pt>
    <dgm:pt modelId="{DD5015C3-240A-4A09-97C0-BBA7B23123CE}" type="pres">
      <dgm:prSet presAssocID="{183D56C9-42EE-4E76-B3D3-570D46F2536D}" presName="wedgeRectCallout1" presStyleLbl="node1" presStyleIdx="1" presStyleCnt="4">
        <dgm:presLayoutVars>
          <dgm:bulletEnabled val="1"/>
        </dgm:presLayoutVars>
      </dgm:prSet>
      <dgm:spPr/>
    </dgm:pt>
    <dgm:pt modelId="{DC7BFB86-F94C-4E95-928F-36F2431BB096}" type="pres">
      <dgm:prSet presAssocID="{B101EA23-92AB-44BC-BCCE-492C64D08084}" presName="sibTrans" presStyleCnt="0"/>
      <dgm:spPr/>
    </dgm:pt>
    <dgm:pt modelId="{4E0F0FFA-2B64-497D-B9FB-CF83BC389EC8}" type="pres">
      <dgm:prSet presAssocID="{D909F52A-C603-468F-A00E-AE33E761AC4F}" presName="composite" presStyleCnt="0"/>
      <dgm:spPr/>
    </dgm:pt>
    <dgm:pt modelId="{2E43ED4D-2C8D-4726-9B8E-93804D9E5801}" type="pres">
      <dgm:prSet presAssocID="{D909F52A-C603-468F-A00E-AE33E761AC4F}" presName="rect1" presStyleLbl="bgImgPlace1" presStyleIdx="2" presStyleCnt="4"/>
      <dgm:spPr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935" t="-1577" r="-43935" b="-1577"/>
          </a:stretch>
        </a:blipFill>
      </dgm:spPr>
    </dgm:pt>
    <dgm:pt modelId="{F33C09E1-5E81-4550-8DCE-7DF1C406BE20}" type="pres">
      <dgm:prSet presAssocID="{D909F52A-C603-468F-A00E-AE33E761AC4F}" presName="wedgeRectCallout1" presStyleLbl="node1" presStyleIdx="2" presStyleCnt="4">
        <dgm:presLayoutVars>
          <dgm:bulletEnabled val="1"/>
        </dgm:presLayoutVars>
      </dgm:prSet>
      <dgm:spPr/>
    </dgm:pt>
    <dgm:pt modelId="{660C8244-EE2B-4E46-BC15-BC0305EF2AA2}" type="pres">
      <dgm:prSet presAssocID="{F748208B-9F2C-4F49-B895-5397F611652E}" presName="sibTrans" presStyleCnt="0"/>
      <dgm:spPr/>
    </dgm:pt>
    <dgm:pt modelId="{8B34A413-B5C4-4F22-8B73-C58202BF5E7A}" type="pres">
      <dgm:prSet presAssocID="{D3871FD7-93A3-4780-A6FA-4AFD0F99C258}" presName="composite" presStyleCnt="0"/>
      <dgm:spPr/>
    </dgm:pt>
    <dgm:pt modelId="{13DEEC54-2FFD-4216-9DD0-52FB06747EBE}" type="pres">
      <dgm:prSet presAssocID="{D3871FD7-93A3-4780-A6FA-4AFD0F99C258}" presName="rect1" presStyleLbl="bgImgPlace1" presStyleIdx="3" presStyleCnt="4"/>
      <dgm:spPr>
        <a:blipFill dpi="0"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7144" t="-55348" r="-107144" b="-55348"/>
          </a:stretch>
        </a:blipFill>
      </dgm:spPr>
    </dgm:pt>
    <dgm:pt modelId="{81ED6A92-DB57-45D9-B89E-0C64B390E067}" type="pres">
      <dgm:prSet presAssocID="{D3871FD7-93A3-4780-A6FA-4AFD0F99C258}" presName="wedgeRectCallout1" presStyleLbl="node1" presStyleIdx="3" presStyleCnt="4">
        <dgm:presLayoutVars>
          <dgm:bulletEnabled val="1"/>
        </dgm:presLayoutVars>
      </dgm:prSet>
      <dgm:spPr/>
    </dgm:pt>
  </dgm:ptLst>
  <dgm:cxnLst>
    <dgm:cxn modelId="{948D3F00-907C-482C-A8C2-42C29AE3B71F}" type="presOf" srcId="{4C496E2D-1CFA-4A37-AE7C-F29419C468E4}" destId="{951F1E53-D2AD-4A73-AA6F-5558FB9920A0}" srcOrd="0" destOrd="0" presId="urn:microsoft.com/office/officeart/2008/layout/BendingPictureCaptionList"/>
    <dgm:cxn modelId="{75F9FA23-6FE3-4F1B-B27E-CAEBBE45C8FA}" srcId="{A630DE7E-CD47-46DF-9E1B-A956BCF08D01}" destId="{D3871FD7-93A3-4780-A6FA-4AFD0F99C258}" srcOrd="3" destOrd="0" parTransId="{CE7C2DB4-02FC-47BF-9D80-7A3430C0F198}" sibTransId="{CAA7DB6A-FF4B-47C2-B878-F41A3BC3F7E2}"/>
    <dgm:cxn modelId="{B194CB6F-2D87-4708-92CB-157D83B5060D}" type="presOf" srcId="{D3871FD7-93A3-4780-A6FA-4AFD0F99C258}" destId="{81ED6A92-DB57-45D9-B89E-0C64B390E067}" srcOrd="0" destOrd="0" presId="urn:microsoft.com/office/officeart/2008/layout/BendingPictureCaptionList"/>
    <dgm:cxn modelId="{61102989-FDD9-4851-8CEA-D6014F192695}" srcId="{A630DE7E-CD47-46DF-9E1B-A956BCF08D01}" destId="{D909F52A-C603-468F-A00E-AE33E761AC4F}" srcOrd="2" destOrd="0" parTransId="{6632E83E-6FE8-493B-A000-7D998CD43EC4}" sibTransId="{F748208B-9F2C-4F49-B895-5397F611652E}"/>
    <dgm:cxn modelId="{61A5F08D-109A-43E4-9B88-F4C7A1787573}" type="presOf" srcId="{D909F52A-C603-468F-A00E-AE33E761AC4F}" destId="{F33C09E1-5E81-4550-8DCE-7DF1C406BE20}" srcOrd="0" destOrd="0" presId="urn:microsoft.com/office/officeart/2008/layout/BendingPictureCaptionList"/>
    <dgm:cxn modelId="{4773449A-3B95-4908-ABE1-460B8F15420E}" srcId="{A630DE7E-CD47-46DF-9E1B-A956BCF08D01}" destId="{4C496E2D-1CFA-4A37-AE7C-F29419C468E4}" srcOrd="0" destOrd="0" parTransId="{C9A6E8CF-0F39-4D2C-85DE-DA969BB8D3A4}" sibTransId="{6B69F064-813B-4452-A02A-935DCA248D30}"/>
    <dgm:cxn modelId="{E5E539A8-CF3D-4959-A329-8BAFCDF4AEE9}" type="presOf" srcId="{183D56C9-42EE-4E76-B3D3-570D46F2536D}" destId="{DD5015C3-240A-4A09-97C0-BBA7B23123CE}" srcOrd="0" destOrd="0" presId="urn:microsoft.com/office/officeart/2008/layout/BendingPictureCaptionList"/>
    <dgm:cxn modelId="{FCA6C4B2-8AA4-4B3D-863D-620771B30700}" srcId="{A630DE7E-CD47-46DF-9E1B-A956BCF08D01}" destId="{183D56C9-42EE-4E76-B3D3-570D46F2536D}" srcOrd="1" destOrd="0" parTransId="{85AA8702-7AD3-440F-8A53-4823389F41AC}" sibTransId="{B101EA23-92AB-44BC-BCCE-492C64D08084}"/>
    <dgm:cxn modelId="{AF5C89BE-B261-496D-994C-2E1958EC62CD}" type="presOf" srcId="{A630DE7E-CD47-46DF-9E1B-A956BCF08D01}" destId="{8E4D55B1-AC0B-4C04-99E0-B57401513FE0}" srcOrd="0" destOrd="0" presId="urn:microsoft.com/office/officeart/2008/layout/BendingPictureCaptionList"/>
    <dgm:cxn modelId="{A9AB0E4E-2664-45A8-94C4-BCE1A8935B7D}" type="presParOf" srcId="{8E4D55B1-AC0B-4C04-99E0-B57401513FE0}" destId="{2B3C5AF9-FB30-4B14-9706-2C874D47B52A}" srcOrd="0" destOrd="0" presId="urn:microsoft.com/office/officeart/2008/layout/BendingPictureCaptionList"/>
    <dgm:cxn modelId="{7B3580EF-32B9-4529-9A12-40C6EC9389F7}" type="presParOf" srcId="{2B3C5AF9-FB30-4B14-9706-2C874D47B52A}" destId="{FAD3FC4A-971A-4C8E-B31D-E4D544BCD997}" srcOrd="0" destOrd="0" presId="urn:microsoft.com/office/officeart/2008/layout/BendingPictureCaptionList"/>
    <dgm:cxn modelId="{23F81D46-0CDA-4B07-AA2C-789651136A3B}" type="presParOf" srcId="{2B3C5AF9-FB30-4B14-9706-2C874D47B52A}" destId="{951F1E53-D2AD-4A73-AA6F-5558FB9920A0}" srcOrd="1" destOrd="0" presId="urn:microsoft.com/office/officeart/2008/layout/BendingPictureCaptionList"/>
    <dgm:cxn modelId="{A6A9974D-233D-444E-83D5-6C2E8DAB893B}" type="presParOf" srcId="{8E4D55B1-AC0B-4C04-99E0-B57401513FE0}" destId="{1B4DD2C3-2FBE-4549-BA61-9330518E976D}" srcOrd="1" destOrd="0" presId="urn:microsoft.com/office/officeart/2008/layout/BendingPictureCaptionList"/>
    <dgm:cxn modelId="{F6175287-D888-4A23-B021-9059D02793B8}" type="presParOf" srcId="{8E4D55B1-AC0B-4C04-99E0-B57401513FE0}" destId="{291AF4DF-BA3C-452F-AFDC-56B3AEDEF002}" srcOrd="2" destOrd="0" presId="urn:microsoft.com/office/officeart/2008/layout/BendingPictureCaptionList"/>
    <dgm:cxn modelId="{B565BFAF-EF51-4EAE-A0E3-EB48BDDD3A58}" type="presParOf" srcId="{291AF4DF-BA3C-452F-AFDC-56B3AEDEF002}" destId="{EFC41BB3-DE5E-49CE-8FD6-DC6895AF3778}" srcOrd="0" destOrd="0" presId="urn:microsoft.com/office/officeart/2008/layout/BendingPictureCaptionList"/>
    <dgm:cxn modelId="{4BFD95F8-6FD7-4722-9B10-10B1357B36FD}" type="presParOf" srcId="{291AF4DF-BA3C-452F-AFDC-56B3AEDEF002}" destId="{DD5015C3-240A-4A09-97C0-BBA7B23123CE}" srcOrd="1" destOrd="0" presId="urn:microsoft.com/office/officeart/2008/layout/BendingPictureCaptionList"/>
    <dgm:cxn modelId="{5A8E675D-030C-4087-A7D0-0C7B6E025B86}" type="presParOf" srcId="{8E4D55B1-AC0B-4C04-99E0-B57401513FE0}" destId="{DC7BFB86-F94C-4E95-928F-36F2431BB096}" srcOrd="3" destOrd="0" presId="urn:microsoft.com/office/officeart/2008/layout/BendingPictureCaptionList"/>
    <dgm:cxn modelId="{340B2767-62AC-4732-BCCE-BE438BDA72B4}" type="presParOf" srcId="{8E4D55B1-AC0B-4C04-99E0-B57401513FE0}" destId="{4E0F0FFA-2B64-497D-B9FB-CF83BC389EC8}" srcOrd="4" destOrd="0" presId="urn:microsoft.com/office/officeart/2008/layout/BendingPictureCaptionList"/>
    <dgm:cxn modelId="{88BEA517-CFF5-4693-956A-8B21170F8722}" type="presParOf" srcId="{4E0F0FFA-2B64-497D-B9FB-CF83BC389EC8}" destId="{2E43ED4D-2C8D-4726-9B8E-93804D9E5801}" srcOrd="0" destOrd="0" presId="urn:microsoft.com/office/officeart/2008/layout/BendingPictureCaptionList"/>
    <dgm:cxn modelId="{28DF72D1-F899-4E41-9C30-760637BC9106}" type="presParOf" srcId="{4E0F0FFA-2B64-497D-B9FB-CF83BC389EC8}" destId="{F33C09E1-5E81-4550-8DCE-7DF1C406BE20}" srcOrd="1" destOrd="0" presId="urn:microsoft.com/office/officeart/2008/layout/BendingPictureCaptionList"/>
    <dgm:cxn modelId="{E2EB4887-F995-4FC7-8E5E-45345204B28D}" type="presParOf" srcId="{8E4D55B1-AC0B-4C04-99E0-B57401513FE0}" destId="{660C8244-EE2B-4E46-BC15-BC0305EF2AA2}" srcOrd="5" destOrd="0" presId="urn:microsoft.com/office/officeart/2008/layout/BendingPictureCaptionList"/>
    <dgm:cxn modelId="{546CFD91-C2CC-4370-A8D3-9B7B169E1B00}" type="presParOf" srcId="{8E4D55B1-AC0B-4C04-99E0-B57401513FE0}" destId="{8B34A413-B5C4-4F22-8B73-C58202BF5E7A}" srcOrd="6" destOrd="0" presId="urn:microsoft.com/office/officeart/2008/layout/BendingPictureCaptionList"/>
    <dgm:cxn modelId="{EC0C0DFE-747D-4392-91A2-2DE7D8C471FB}" type="presParOf" srcId="{8B34A413-B5C4-4F22-8B73-C58202BF5E7A}" destId="{13DEEC54-2FFD-4216-9DD0-52FB06747EBE}" srcOrd="0" destOrd="0" presId="urn:microsoft.com/office/officeart/2008/layout/BendingPictureCaptionList"/>
    <dgm:cxn modelId="{1A7DD981-5EFE-4987-A86C-D79772603732}" type="presParOf" srcId="{8B34A413-B5C4-4F22-8B73-C58202BF5E7A}" destId="{81ED6A92-DB57-45D9-B89E-0C64B390E067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9053A7-DB40-4B05-AB74-342E22BEAE6C}">
      <dsp:nvSpPr>
        <dsp:cNvPr id="0" name=""/>
        <dsp:cNvSpPr/>
      </dsp:nvSpPr>
      <dsp:spPr>
        <a:xfrm rot="5400000">
          <a:off x="5519925" y="-2198944"/>
          <a:ext cx="1022913" cy="5676595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Computer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Webcam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GPU</a:t>
          </a:r>
        </a:p>
      </dsp:txBody>
      <dsp:txXfrm rot="-5400000">
        <a:off x="3193084" y="177831"/>
        <a:ext cx="5626661" cy="923045"/>
      </dsp:txXfrm>
    </dsp:sp>
    <dsp:sp modelId="{767EE227-F190-43C1-9774-FE2EF195CEE0}">
      <dsp:nvSpPr>
        <dsp:cNvPr id="0" name=""/>
        <dsp:cNvSpPr/>
      </dsp:nvSpPr>
      <dsp:spPr>
        <a:xfrm>
          <a:off x="0" y="31"/>
          <a:ext cx="3193084" cy="127864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 dirty="0"/>
            <a:t>Hardware:</a:t>
          </a:r>
        </a:p>
      </dsp:txBody>
      <dsp:txXfrm>
        <a:off x="62418" y="62449"/>
        <a:ext cx="3068248" cy="1153805"/>
      </dsp:txXfrm>
    </dsp:sp>
    <dsp:sp modelId="{CF5C0C19-33DD-44E0-810D-A57D9B747C50}">
      <dsp:nvSpPr>
        <dsp:cNvPr id="0" name=""/>
        <dsp:cNvSpPr/>
      </dsp:nvSpPr>
      <dsp:spPr>
        <a:xfrm rot="5400000">
          <a:off x="5519925" y="-856370"/>
          <a:ext cx="1022913" cy="5676595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Python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TensorFlow/Keras, OpenCV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Linux/Windows</a:t>
          </a:r>
        </a:p>
      </dsp:txBody>
      <dsp:txXfrm rot="-5400000">
        <a:off x="3193084" y="1520405"/>
        <a:ext cx="5626661" cy="923045"/>
      </dsp:txXfrm>
    </dsp:sp>
    <dsp:sp modelId="{9C958A84-AC2F-42E6-A58C-19F2B7CC9181}">
      <dsp:nvSpPr>
        <dsp:cNvPr id="0" name=""/>
        <dsp:cNvSpPr/>
      </dsp:nvSpPr>
      <dsp:spPr>
        <a:xfrm>
          <a:off x="0" y="1342606"/>
          <a:ext cx="3193084" cy="127864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700" kern="1200"/>
            <a:t>Software:</a:t>
          </a:r>
        </a:p>
      </dsp:txBody>
      <dsp:txXfrm>
        <a:off x="62418" y="1405024"/>
        <a:ext cx="3068248" cy="11538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3FC4A-971A-4C8E-B31D-E4D544BCD997}">
      <dsp:nvSpPr>
        <dsp:cNvPr id="0" name=""/>
        <dsp:cNvSpPr/>
      </dsp:nvSpPr>
      <dsp:spPr>
        <a:xfrm>
          <a:off x="999" y="638194"/>
          <a:ext cx="2050348" cy="1641607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96" t="-4825" r="-1796" b="-4825"/>
          </a:stretch>
        </a:blipFill>
        <a:ln w="9525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51F1E53-D2AD-4A73-AA6F-5558FB9920A0}">
      <dsp:nvSpPr>
        <dsp:cNvPr id="0" name=""/>
        <dsp:cNvSpPr/>
      </dsp:nvSpPr>
      <dsp:spPr>
        <a:xfrm>
          <a:off x="185531" y="2115109"/>
          <a:ext cx="1824810" cy="574097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Acquisition </a:t>
          </a:r>
          <a:endParaRPr lang="en-IN" sz="2000" kern="1200" dirty="0"/>
        </a:p>
      </dsp:txBody>
      <dsp:txXfrm>
        <a:off x="185531" y="2115109"/>
        <a:ext cx="1824810" cy="574097"/>
      </dsp:txXfrm>
    </dsp:sp>
    <dsp:sp modelId="{EFC41BB3-DE5E-49CE-8FD6-DC6895AF3778}">
      <dsp:nvSpPr>
        <dsp:cNvPr id="0" name=""/>
        <dsp:cNvSpPr/>
      </dsp:nvSpPr>
      <dsp:spPr>
        <a:xfrm>
          <a:off x="2268008" y="638087"/>
          <a:ext cx="2062793" cy="1642033"/>
        </a:xfrm>
        <a:prstGeom prst="rect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83" t="-10291" r="-1483" b="-10291"/>
          </a:stretch>
        </a:blipFill>
        <a:ln w="9525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D5015C3-240A-4A09-97C0-BBA7B23123CE}">
      <dsp:nvSpPr>
        <dsp:cNvPr id="0" name=""/>
        <dsp:cNvSpPr/>
      </dsp:nvSpPr>
      <dsp:spPr>
        <a:xfrm>
          <a:off x="2447137" y="2115215"/>
          <a:ext cx="1824810" cy="574097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pre-processing  </a:t>
          </a:r>
          <a:endParaRPr lang="en-IN" sz="2200" kern="1200" dirty="0"/>
        </a:p>
      </dsp:txBody>
      <dsp:txXfrm>
        <a:off x="2447137" y="2115215"/>
        <a:ext cx="1824810" cy="574097"/>
      </dsp:txXfrm>
    </dsp:sp>
    <dsp:sp modelId="{2E43ED4D-2C8D-4726-9B8E-93804D9E5801}">
      <dsp:nvSpPr>
        <dsp:cNvPr id="0" name=""/>
        <dsp:cNvSpPr/>
      </dsp:nvSpPr>
      <dsp:spPr>
        <a:xfrm>
          <a:off x="4524211" y="638526"/>
          <a:ext cx="2050348" cy="1640278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935" t="-1577" r="-43935" b="-1577"/>
          </a:stretch>
        </a:blipFill>
        <a:ln w="9525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3C09E1-5E81-4550-8DCE-7DF1C406BE20}">
      <dsp:nvSpPr>
        <dsp:cNvPr id="0" name=""/>
        <dsp:cNvSpPr/>
      </dsp:nvSpPr>
      <dsp:spPr>
        <a:xfrm>
          <a:off x="4708743" y="2114777"/>
          <a:ext cx="1824810" cy="574097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Gesture Classification </a:t>
          </a:r>
          <a:endParaRPr lang="en-IN" sz="2200" kern="1200" dirty="0"/>
        </a:p>
      </dsp:txBody>
      <dsp:txXfrm>
        <a:off x="4708743" y="2114777"/>
        <a:ext cx="1824810" cy="574097"/>
      </dsp:txXfrm>
    </dsp:sp>
    <dsp:sp modelId="{13DEEC54-2FFD-4216-9DD0-52FB06747EBE}">
      <dsp:nvSpPr>
        <dsp:cNvPr id="0" name=""/>
        <dsp:cNvSpPr/>
      </dsp:nvSpPr>
      <dsp:spPr>
        <a:xfrm>
          <a:off x="6779594" y="638526"/>
          <a:ext cx="2050348" cy="1640278"/>
        </a:xfrm>
        <a:prstGeom prst="rect">
          <a:avLst/>
        </a:prstGeom>
        <a:blipFill dpi="0"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7144" t="-55348" r="-107144" b="-55348"/>
          </a:stretch>
        </a:blipFill>
        <a:ln w="9525" cap="rnd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1ED6A92-DB57-45D9-B89E-0C64B390E067}">
      <dsp:nvSpPr>
        <dsp:cNvPr id="0" name=""/>
        <dsp:cNvSpPr/>
      </dsp:nvSpPr>
      <dsp:spPr>
        <a:xfrm>
          <a:off x="6964126" y="2114777"/>
          <a:ext cx="1824810" cy="574097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Text and Speech Translation </a:t>
          </a:r>
          <a:endParaRPr lang="en-IN" sz="1800" kern="1200" dirty="0"/>
        </a:p>
      </dsp:txBody>
      <dsp:txXfrm>
        <a:off x="6964126" y="2114777"/>
        <a:ext cx="1824810" cy="574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885F1-4668-4847-A65F-D56D87046F7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B5FB-FFFE-4BF0-ABAF-A96472A5E4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20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C2D5-5FA4-4DA6-A5C2-2CB8B513491C}" type="datetime1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98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4032E-5C02-4EF2-95B1-608D3FD5D8C4}" type="datetime1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6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8E2C-157B-4FE6-A9F7-C2D9614031EF}" type="datetime1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3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97-BA73-4932-B355-05A7C90E3FA1}" type="datetime1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C8B8E-CCE1-4262-A000-D424985B73D1}" type="datetime1">
              <a:rPr lang="en-IN" smtClean="0"/>
              <a:t>21-05-2025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70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9103-782B-45C2-ADCF-8B89A5BC58BA}" type="datetime1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16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31E4-00F2-4340-BECA-E3414F053294}" type="datetime1">
              <a:rPr lang="en-IN" smtClean="0"/>
              <a:t>21-05-2025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15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19DD-24C4-44D2-ABA4-E54CF6B13D35}" type="datetime1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32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18C8-DBD5-4335-86A9-D4D2258C6F0E}" type="datetime1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5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67912-B8E8-4A3A-B7FC-B7C6CC71901C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99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7BC1-CA02-44D1-A242-0C380D39F46F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283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772B-B51A-484B-AF07-23A2EA1361BE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8304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E154B-6B25-4627-87F7-E165236DDA05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891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AB3C1-979C-4D1F-86D5-498038C78F56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065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7D66-DC5B-468D-A8B0-29EC01E8067D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671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ED2E-C2EF-4047-B58A-1D98292A2682}" type="datetime1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08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D45E-EA0A-47B5-AC23-25E67480D173}" type="datetime1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6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A516D0-1D7C-4E0C-87D1-B7B49D382594}" type="datetime1">
              <a:rPr lang="en-IN" smtClean="0"/>
              <a:t>21-05-2025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45229A-6272-458E-BD0D-BE9CFE81844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1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A10ACF-30AE-CB69-146C-BE4583BC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50" y="-174307"/>
            <a:ext cx="11207750" cy="2679382"/>
          </a:xfrm>
        </p:spPr>
        <p:txBody>
          <a:bodyPr>
            <a:normAutofit/>
          </a:bodyPr>
          <a:lstStyle/>
          <a:p>
            <a:pPr algn="ctr"/>
            <a:r>
              <a:rPr lang="en-GB" sz="6600" spc="300" dirty="0"/>
              <a:t>SIGN LANGUAGE CONVERTER		</a:t>
            </a:r>
            <a:endParaRPr lang="en-IN" sz="6600" spc="3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1E8027-6379-9096-3599-1E9F36762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0960" y="4721543"/>
            <a:ext cx="3241040" cy="2136457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Presented by: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Sushamita M Patil (U15BR22S0053)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Seeba Z </a:t>
            </a:r>
            <a:r>
              <a:rPr lang="en-GB" dirty="0" err="1"/>
              <a:t>Maldar</a:t>
            </a:r>
            <a:r>
              <a:rPr lang="en-GB" dirty="0"/>
              <a:t> (U15BR22S0046)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4B43B-AEBD-694E-74AA-585B613B0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530" y="3080809"/>
            <a:ext cx="5682060" cy="254423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CE1539-E8ED-2169-7411-ABEBB98B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81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5E3E-881D-5486-040C-952B8E9D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87" y="147320"/>
            <a:ext cx="10018713" cy="1752599"/>
          </a:xfrm>
        </p:spPr>
        <p:txBody>
          <a:bodyPr>
            <a:normAutofit/>
          </a:bodyPr>
          <a:lstStyle/>
          <a:p>
            <a:pPr algn="ctr"/>
            <a:r>
              <a:rPr lang="en-GB" sz="6000" spc="300" dirty="0"/>
              <a:t>OBJECTIVE</a:t>
            </a:r>
            <a:endParaRPr lang="en-IN" sz="6000" spc="3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4B461D-83AE-BECF-BF58-494A37CAC2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09134" y="2165556"/>
            <a:ext cx="987216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Bridges the Communication Gap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nabling better interaction between deaf/mute individuals and those who don't know sign language.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Promotes Inclusion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Helps ensure equal access to communication, education, and services for people with hearing and speech disabilities.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Designed as a simple Human-Computer Interface (HCI) that uses a camera to recognize hand gestures in real time.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Aims to support over 70 million deaf people globally by making everyday communication more efficient and inclusive.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4D581E-4174-6ACC-257F-20A7B8BE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012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362C7-E043-D900-9C44-71EB6A6B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43841"/>
            <a:ext cx="10018713" cy="1402080"/>
          </a:xfrm>
        </p:spPr>
        <p:txBody>
          <a:bodyPr>
            <a:normAutofit/>
          </a:bodyPr>
          <a:lstStyle/>
          <a:p>
            <a:r>
              <a:rPr lang="en-IN" sz="6000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58BD-C71F-4D46-D3B0-DF69D35CF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99920"/>
            <a:ext cx="9794240" cy="3967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Accessibility:</a:t>
            </a:r>
            <a:r>
              <a:rPr lang="en-US" dirty="0"/>
              <a:t> Enables real-time sign-to-text/speech translation for deaf and hard-of-hearing individuals.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Human-Computer Interaction:</a:t>
            </a:r>
            <a:r>
              <a:rPr lang="en-US" dirty="0"/>
              <a:t> Allows gesture-based control in apps, devices, and VR/AR environments.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Healthcare:</a:t>
            </a:r>
            <a:r>
              <a:rPr lang="en-US" dirty="0"/>
              <a:t> Assists in speech therapy and remote consultations using sign language.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Legal and Government </a:t>
            </a:r>
            <a:r>
              <a:rPr lang="en-US" b="1" dirty="0" err="1"/>
              <a:t>Services:</a:t>
            </a:r>
            <a:r>
              <a:rPr lang="en-US" dirty="0" err="1"/>
              <a:t>Ensures</a:t>
            </a:r>
            <a:r>
              <a:rPr lang="en-US" dirty="0"/>
              <a:t> deaf citizens understand and exercise their legal rights.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B0BC6-5163-8746-0889-DAF1604E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90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D326A-1439-26C1-15D0-9400391A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84481"/>
            <a:ext cx="10018713" cy="1432560"/>
          </a:xfrm>
        </p:spPr>
        <p:txBody>
          <a:bodyPr>
            <a:normAutofit/>
          </a:bodyPr>
          <a:lstStyle/>
          <a:p>
            <a:r>
              <a:rPr lang="en-IN" sz="5400" dirty="0"/>
              <a:t>EXISTING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127E9-3A78-5A3A-154E-A8E2782D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92595"/>
            <a:ext cx="10018713" cy="3834580"/>
          </a:xfrm>
        </p:spPr>
        <p:txBody>
          <a:bodyPr>
            <a:noAutofit/>
          </a:bodyPr>
          <a:lstStyle/>
          <a:p>
            <a:pPr lvl="1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Traditional sign language detection systems rely on hardware devices and conventional machine learning techniques. </a:t>
            </a:r>
          </a:p>
          <a:p>
            <a:pPr lvl="1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914400" algn="l"/>
              </a:tabLst>
            </a:pP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These systems commonly use: </a:t>
            </a:r>
          </a:p>
          <a:p>
            <a:pPr lvl="2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Glove-based sensors to capture hand gestures. </a:t>
            </a:r>
          </a:p>
          <a:p>
            <a:pPr lvl="2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Camera-based tracking using 2D or 3D vision (e.g., Microsoft Kinect).High cost and complexity due to specialized hardware.</a:t>
            </a:r>
            <a:endParaRPr lang="en-IN" sz="2400" dirty="0"/>
          </a:p>
          <a:p>
            <a:pPr marL="457200" lvl="1" indent="0" algn="just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endParaRPr lang="en-IN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3B3D09-27EF-4268-3EA1-0489FDE2B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22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EFF3-2B58-7211-0FDE-E85280C3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97839"/>
            <a:ext cx="10018713" cy="1503681"/>
          </a:xfrm>
        </p:spPr>
        <p:txBody>
          <a:bodyPr>
            <a:normAutofit/>
          </a:bodyPr>
          <a:lstStyle/>
          <a:p>
            <a:r>
              <a:rPr lang="en-IN" sz="5400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32114-A7C8-5748-DA93-FCEF0E52B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50470"/>
            <a:ext cx="10018713" cy="47214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100" dirty="0"/>
              <a:t>The proposed system aims to overcome the limitations of traditional approaches by using modern, camera-only solutions and advanced deep learning models.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100" dirty="0"/>
              <a:t> Key features include:</a:t>
            </a:r>
          </a:p>
          <a:p>
            <a:pPr lvl="1"/>
            <a:r>
              <a:rPr lang="en-US" sz="3100" dirty="0"/>
              <a:t>Use of standard cameras (e.g., webcam or smartphone) — no special sensors required.</a:t>
            </a:r>
          </a:p>
          <a:p>
            <a:pPr lvl="1"/>
            <a:r>
              <a:rPr lang="en-US" sz="3100" dirty="0"/>
              <a:t>Hand and body pose detection using tools like </a:t>
            </a:r>
            <a:r>
              <a:rPr lang="en-US" sz="3100" dirty="0" err="1"/>
              <a:t>MediaPipe</a:t>
            </a:r>
            <a:r>
              <a:rPr lang="en-US" sz="3100" dirty="0"/>
              <a:t> or </a:t>
            </a:r>
            <a:r>
              <a:rPr lang="en-US" sz="3100" dirty="0" err="1"/>
              <a:t>OpenPose</a:t>
            </a:r>
            <a:r>
              <a:rPr lang="en-US" sz="3100" dirty="0"/>
              <a:t>.</a:t>
            </a:r>
          </a:p>
          <a:p>
            <a:pPr lvl="1"/>
            <a:r>
              <a:rPr lang="en-US" sz="3100" dirty="0"/>
              <a:t>Gesture-to-text and text-to-speech conversion for broader accessibility.</a:t>
            </a:r>
          </a:p>
          <a:p>
            <a:pPr lvl="1"/>
            <a:r>
              <a:rPr lang="en-US" sz="3100" dirty="0"/>
              <a:t>Cost-effective and hardware-independent.</a:t>
            </a:r>
            <a:endParaRPr lang="en-IN" sz="3100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4EA28-C850-57E5-8D0F-1DC4A035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51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D211-250E-8073-8F13-50708327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/>
              <a:t>HARDWARE AND SOFTWARE REQUIREMENTS</a:t>
            </a:r>
            <a:endParaRPr lang="en-IN" sz="4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926F1D-0622-DF11-F49A-EA29DB0DB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198843"/>
              </p:ext>
            </p:extLst>
          </p:nvPr>
        </p:nvGraphicFramePr>
        <p:xfrm>
          <a:off x="2430144" y="3108962"/>
          <a:ext cx="8869680" cy="2621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7B8AE-FB3F-2D42-B3E6-5BD66FAE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51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C6B2-A4B1-A5FA-3CF1-3065338A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1712" y="666220"/>
            <a:ext cx="10018713" cy="1752599"/>
          </a:xfrm>
        </p:spPr>
        <p:txBody>
          <a:bodyPr>
            <a:normAutofit/>
          </a:bodyPr>
          <a:lstStyle/>
          <a:p>
            <a:pPr algn="ctr"/>
            <a:r>
              <a:rPr lang="en-GB" sz="6000" dirty="0"/>
              <a:t>MODULES</a:t>
            </a:r>
            <a:endParaRPr lang="en-IN" sz="6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CCD88B-AC32-B5FE-92FB-F312CD4A2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684017"/>
              </p:ext>
            </p:extLst>
          </p:nvPr>
        </p:nvGraphicFramePr>
        <p:xfrm>
          <a:off x="2078195" y="2555239"/>
          <a:ext cx="8830943" cy="3327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60A70-08F4-D6DD-4A82-E1936086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512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DF28-BE49-1066-BDFC-D029843C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778" y="347817"/>
            <a:ext cx="10018713" cy="1303020"/>
          </a:xfrm>
        </p:spPr>
        <p:txBody>
          <a:bodyPr>
            <a:normAutofit/>
          </a:bodyPr>
          <a:lstStyle/>
          <a:p>
            <a:pPr algn="ctr"/>
            <a:r>
              <a:rPr lang="en-GB" sz="5400" dirty="0"/>
              <a:t>1. DATA ACQUISATION</a:t>
            </a:r>
            <a:endParaRPr lang="en-IN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4C0B65-DF25-FDD9-A758-BE492A4D7E0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09040" y="2182385"/>
            <a:ext cx="573024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Glove-Based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Uses special electromechanical gloves to precisely track hand movements and configurations but is costly and less practical for everyday use.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Vision-Based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Utilizes a standard webcam to capture hand gestures, making it more affordable and accessible for users without the need for specialized hardware.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Challenges in Vision-Based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Includes variations in hand size, skin tone, lighting conditions, background noise, camera angles, and motion speed, which affect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898A6F-FC22-47EE-128D-C5C6980470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" t="-1" r="25963" b="23290"/>
          <a:stretch/>
        </p:blipFill>
        <p:spPr>
          <a:xfrm>
            <a:off x="7437245" y="2182385"/>
            <a:ext cx="4435717" cy="35215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ACECAB-F708-90B4-15C5-24E6049E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51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B829-8B3D-B352-0031-7B50ACA5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2341"/>
            <a:ext cx="10018713" cy="1752599"/>
          </a:xfrm>
        </p:spPr>
        <p:txBody>
          <a:bodyPr>
            <a:normAutofit/>
          </a:bodyPr>
          <a:lstStyle/>
          <a:p>
            <a:pPr algn="ctr"/>
            <a:r>
              <a:rPr lang="en-GB" sz="5400" dirty="0"/>
              <a:t>2. DATA PRE PROCESSING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A3024-A264-EB28-1E23-9A6B8A753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200" b="1" dirty="0"/>
              <a:t>Initial Method</a:t>
            </a:r>
            <a:r>
              <a:rPr lang="en-GB" sz="2200" dirty="0"/>
              <a:t>: We use </a:t>
            </a:r>
            <a:r>
              <a:rPr lang="en-GB" sz="2200" b="1" dirty="0" err="1"/>
              <a:t>MediaPipe</a:t>
            </a:r>
            <a:r>
              <a:rPr lang="en-GB" sz="2200" dirty="0"/>
              <a:t> to detect the hand in a webcam image, crop the hand area, convert it to grayscale, apply blur, and then make the image black and white using thresholding.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200" b="1" dirty="0"/>
              <a:t>Challenges</a:t>
            </a:r>
            <a:r>
              <a:rPr lang="en-GB" sz="2200" dirty="0"/>
              <a:t>: This method only works well with a </a:t>
            </a:r>
            <a:r>
              <a:rPr lang="en-GB" sz="2200" b="1" dirty="0"/>
              <a:t>clean background</a:t>
            </a:r>
            <a:r>
              <a:rPr lang="en-GB" sz="2200" dirty="0"/>
              <a:t> and </a:t>
            </a:r>
            <a:r>
              <a:rPr lang="en-GB" sz="2200" b="1" dirty="0"/>
              <a:t>good lighting</a:t>
            </a:r>
            <a:r>
              <a:rPr lang="en-GB" sz="2200" dirty="0"/>
              <a:t>, which isn't always the case in real-world situations.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200" b="1" dirty="0"/>
              <a:t>Improved Solution</a:t>
            </a:r>
            <a:r>
              <a:rPr lang="en-GB" sz="2200" dirty="0"/>
              <a:t>: We detect </a:t>
            </a:r>
            <a:r>
              <a:rPr lang="en-GB" sz="2200" b="1" dirty="0"/>
              <a:t>21 hand landmarks</a:t>
            </a:r>
            <a:r>
              <a:rPr lang="en-GB" sz="2200" dirty="0"/>
              <a:t> using </a:t>
            </a:r>
            <a:r>
              <a:rPr lang="en-GB" sz="2200" dirty="0" err="1"/>
              <a:t>MediaPipe</a:t>
            </a:r>
            <a:r>
              <a:rPr lang="en-GB" sz="2200" dirty="0"/>
              <a:t>, then draw and connect these landmarks on a </a:t>
            </a:r>
            <a:r>
              <a:rPr lang="en-GB" sz="2200" b="1" dirty="0"/>
              <a:t>simple white background</a:t>
            </a:r>
            <a:r>
              <a:rPr lang="en-GB" sz="2200" dirty="0"/>
              <a:t>, making the method work in any environment.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GB" sz="2200" b="1" dirty="0"/>
              <a:t>Advantages</a:t>
            </a:r>
            <a:r>
              <a:rPr lang="en-GB" sz="2200" dirty="0"/>
              <a:t>: This approach doesn't depend on background or lighting, making it </a:t>
            </a:r>
            <a:r>
              <a:rPr lang="en-GB" sz="2200" b="1" dirty="0"/>
              <a:t>more reliable</a:t>
            </a:r>
            <a:r>
              <a:rPr lang="en-GB" sz="2200" dirty="0"/>
              <a:t> and </a:t>
            </a:r>
            <a:r>
              <a:rPr lang="en-GB" sz="2200" b="1" dirty="0"/>
              <a:t>accurate</a:t>
            </a:r>
            <a:r>
              <a:rPr lang="en-GB" sz="2200" dirty="0"/>
              <a:t> in real-world conditions.</a:t>
            </a:r>
          </a:p>
          <a:p>
            <a:pPr algn="just"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8AD27-2DB3-A396-02DC-5F714571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2BD2-3C91-6FCD-65CA-859C16ED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823" y="0"/>
            <a:ext cx="10018713" cy="1307939"/>
          </a:xfrm>
        </p:spPr>
        <p:txBody>
          <a:bodyPr>
            <a:normAutofit/>
          </a:bodyPr>
          <a:lstStyle/>
          <a:p>
            <a:pPr algn="ctr"/>
            <a:r>
              <a:rPr lang="en-GB" sz="4800" dirty="0"/>
              <a:t>MEDIAPIPE LAND MARK SYSTEM</a:t>
            </a:r>
            <a:endParaRPr lang="en-IN" sz="4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C49B86-3951-BBF3-83B0-5E274B70387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155643" y="3887956"/>
            <a:ext cx="989360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Approach with Landmarks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Instead of relying on backgrounds or lighting, we use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MediaPipe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detect hand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landmark points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then draw these points on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plain white background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OpenCV.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We have collected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180 skeleton images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representing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to Z alphabet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various hand gestures to train the model on different sign language gestures.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Benefits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method ensures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consistency and accuracy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hand gesture detection, regardless of real-world lighting or background issues.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FA88B6-F5E6-555C-F017-40B53782A3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644" y="1254890"/>
            <a:ext cx="6749070" cy="2516838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70ADA-BDC0-5D6E-C3E6-BC6BA566D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15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4E4F-999D-3014-2D79-A1931DAF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631" y="31838"/>
            <a:ext cx="10018713" cy="1752599"/>
          </a:xfrm>
        </p:spPr>
        <p:txBody>
          <a:bodyPr>
            <a:normAutofit/>
          </a:bodyPr>
          <a:lstStyle/>
          <a:p>
            <a:pPr algn="ctr"/>
            <a:r>
              <a:rPr lang="en-GB" sz="5200" dirty="0"/>
              <a:t>3. GESTURE CLASSIFICATION</a:t>
            </a:r>
            <a:endParaRPr lang="en-IN" sz="5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C1B0E-7314-F2B9-27F2-A2AA83CB99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125343" y="1952899"/>
            <a:ext cx="908208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is CNN?</a:t>
            </a:r>
            <a:r>
              <a:rPr lang="en-US" altLang="en-US" sz="2200" dirty="0"/>
              <a:t>-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Convolutional Neural Network (CNN)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deep learning model used to process and recognize images. It uses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scan images and detect features like edges or shapes, starting with simple ones and gradually identifying more complex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EB08C-587C-389D-FF04-EA0F512294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0" y="3510544"/>
            <a:ext cx="7435677" cy="304837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035F2-5532-47FA-573C-4721A7A6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74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7FDD-2EB4-EF70-F8B9-D30088F0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518451" flipV="1">
            <a:off x="-1420935" y="983849"/>
            <a:ext cx="957947" cy="188089"/>
          </a:xfrm>
        </p:spPr>
        <p:txBody>
          <a:bodyPr>
            <a:noAutofit/>
          </a:bodyPr>
          <a:lstStyle/>
          <a:p>
            <a:r>
              <a:rPr lang="en-GB" dirty="0"/>
              <a:t>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5549-A6A5-C7D9-89DD-B93C39CDB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7000"/>
            <a:ext cx="7196703" cy="1627208"/>
          </a:xfrm>
        </p:spPr>
        <p:txBody>
          <a:bodyPr>
            <a:noAutofit/>
          </a:bodyPr>
          <a:lstStyle/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CNN Layers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CNNs consist of different layers like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convolution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pooling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dense layers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These layers work together to break down the image and extract features, eventually converting the image into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vector of class scores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for classification.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Grouping the Alphabets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To improve accuracy, the 26 alphabets are divided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8 classes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based on similar hand shapes. This grouping reduces the complexity and makes the model better at recognizing gestures.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Final Prediction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The model assigns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probability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to each letter in the class. The letter with the highest probability is chosen as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predicted label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For example, if the model detects gestures for letters like A, E, M, N, S, or T, it will select the letter with the highest likelihood.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86FD6-AA2F-3907-C61D-1F75B1E38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012" y="1863524"/>
            <a:ext cx="3357059" cy="27894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CD4DB-9AAF-47CC-DF4B-4D985C7A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240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8D95-4284-C404-CFCA-93BBB8B3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43179"/>
            <a:ext cx="10018713" cy="1389381"/>
          </a:xfrm>
        </p:spPr>
        <p:txBody>
          <a:bodyPr>
            <a:normAutofit/>
          </a:bodyPr>
          <a:lstStyle/>
          <a:p>
            <a:pPr algn="ctr"/>
            <a:r>
              <a:rPr lang="en-GB" sz="6000" dirty="0"/>
              <a:t>4. TEXT TO SPEECH</a:t>
            </a:r>
            <a:endParaRPr lang="en-IN" sz="6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2A0BE3-E21A-98EF-AE6F-AAB03DD9E3E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940559" y="3912916"/>
            <a:ext cx="10018713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Gesture to Word Translation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model detects and translates known hand gestures into corresponding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(words)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recognizing specific sign language gestures.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Text-to-Speech Conversion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We use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pyttsx3 library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convert the recognized text into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speech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allowing the system to "speak" the translated word aloud.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Real-Life Dialogue Simulation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text-to-speech feature creates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natural interaction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simulating real-life conversation, making it easier for users to understand the recognized sign language gestures.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447FB9-D42C-BC11-66DA-700E29853D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18635" y="1228517"/>
            <a:ext cx="4895850" cy="26437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A0A9B9-A435-D346-0FFD-42D4AE484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2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C79C8-BD8B-F890-C405-9C6A56AA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831" y="0"/>
            <a:ext cx="10018713" cy="1752599"/>
          </a:xfrm>
        </p:spPr>
        <p:txBody>
          <a:bodyPr>
            <a:normAutofit/>
          </a:bodyPr>
          <a:lstStyle/>
          <a:p>
            <a:pPr algn="ctr"/>
            <a:r>
              <a:rPr lang="en-GB" sz="5400" dirty="0"/>
              <a:t>SEQUENCE DIAGRAM</a:t>
            </a:r>
            <a:endParaRPr lang="en-IN" sz="5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680550-F81E-9438-FE6C-039073650B9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63952" y="1622321"/>
            <a:ext cx="5306470" cy="464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5D70E-AD58-94AD-428E-5701958B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2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3F70-1705-1B42-8770-8846690C4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71" y="-208280"/>
            <a:ext cx="10018713" cy="1752599"/>
          </a:xfrm>
        </p:spPr>
        <p:txBody>
          <a:bodyPr>
            <a:normAutofit/>
          </a:bodyPr>
          <a:lstStyle/>
          <a:p>
            <a:pPr algn="ctr"/>
            <a:r>
              <a:rPr lang="en-GB" sz="6000" dirty="0"/>
              <a:t>DFD DIAGRAM</a:t>
            </a:r>
            <a:endParaRPr lang="en-IN" sz="6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5CE2F9-BB60-A098-8F80-7AD486ACD1A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11656" y="2032000"/>
            <a:ext cx="4703128" cy="463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A513F-C379-D260-D844-43E56882130F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7" r="9395" b="80906"/>
          <a:stretch/>
        </p:blipFill>
        <p:spPr bwMode="auto">
          <a:xfrm>
            <a:off x="1392872" y="2778759"/>
            <a:ext cx="4703128" cy="130048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259DB1-1452-841B-AD89-B7045F69501C}"/>
              </a:ext>
            </a:extLst>
          </p:cNvPr>
          <p:cNvSpPr txBox="1"/>
          <p:nvPr/>
        </p:nvSpPr>
        <p:spPr>
          <a:xfrm>
            <a:off x="2275840" y="2317094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LEVEL - 0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333ED-E992-80B6-895B-2EE02B0F6617}"/>
              </a:ext>
            </a:extLst>
          </p:cNvPr>
          <p:cNvSpPr txBox="1"/>
          <p:nvPr/>
        </p:nvSpPr>
        <p:spPr>
          <a:xfrm>
            <a:off x="7711442" y="1607541"/>
            <a:ext cx="223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LEVEL - 1</a:t>
            </a:r>
            <a:endParaRPr lang="en-IN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4C9D9-9308-B2D3-C033-37771D00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47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1472-08B8-1297-B71B-CFA5FF31D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391" y="391160"/>
            <a:ext cx="10018713" cy="1752599"/>
          </a:xfrm>
        </p:spPr>
        <p:txBody>
          <a:bodyPr>
            <a:noAutofit/>
          </a:bodyPr>
          <a:lstStyle/>
          <a:p>
            <a:r>
              <a:rPr lang="en-GB" sz="4800" dirty="0"/>
              <a:t>CONCLUSION AND FUTURE WORK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51490-A627-758D-447B-5BE77C5ED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110" y="2565399"/>
            <a:ext cx="10018713" cy="3124201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are able to predict any alphabet[a-z]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97%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(with and without clean background and proper lightning conditions) through our method. And if the background is clear and there is good lightning condition then we got even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99%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results.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future work we will make one android application in which we implement this algorithm for gesture prediction.</a:t>
            </a:r>
          </a:p>
          <a:p>
            <a:endParaRPr lang="en-IN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373DF-589F-37E6-50C8-F740F189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337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0F04B8-8C2B-E8B6-4BF3-4FBF844B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639445"/>
            <a:ext cx="11516360" cy="5293995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GB" sz="150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glow rad="63500">
                    <a:schemeClr val="accent1">
                      <a:lumMod val="75000"/>
                      <a:alpha val="40000"/>
                    </a:schemeClr>
                  </a:glow>
                  <a:innerShdw blurRad="63500" dist="50800" dir="108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THANK YOU</a:t>
            </a:r>
            <a:endParaRPr lang="en-IN" sz="15000" b="1" dirty="0">
              <a:ln w="9525">
                <a:solidFill>
                  <a:srgbClr val="FF0000"/>
                </a:solidFill>
                <a:prstDash val="solid"/>
              </a:ln>
              <a:effectLst>
                <a:glow rad="63500">
                  <a:schemeClr val="accent1">
                    <a:lumMod val="75000"/>
                    <a:alpha val="40000"/>
                  </a:schemeClr>
                </a:glow>
                <a:innerShdw blurRad="63500" dist="50800" dir="108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C24C5-E08E-0097-4CA0-AAA4CDA6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5229A-6272-458E-BD0D-BE9CFE81844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314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ustom 5">
      <a:majorFont>
        <a:latin typeface="Baskerville Old Face"/>
        <a:ea typeface=""/>
        <a:cs typeface=""/>
      </a:majorFont>
      <a:minorFont>
        <a:latin typeface="Times New Roman"/>
        <a:ea typeface=""/>
        <a:cs typeface="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446</TotalTime>
  <Words>1011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Baskerville Old Face</vt:lpstr>
      <vt:lpstr>Calibri</vt:lpstr>
      <vt:lpstr>Courier New</vt:lpstr>
      <vt:lpstr>Times New Roman</vt:lpstr>
      <vt:lpstr>Wingdings</vt:lpstr>
      <vt:lpstr>Parallax</vt:lpstr>
      <vt:lpstr>SIGN LANGUAGE CONVERTER  </vt:lpstr>
      <vt:lpstr>OBJECTIVE</vt:lpstr>
      <vt:lpstr>SCOPE</vt:lpstr>
      <vt:lpstr>EXISTING SYSTEM</vt:lpstr>
      <vt:lpstr>PROPOSED SYSTEM</vt:lpstr>
      <vt:lpstr>HARDWARE AND SOFTWARE REQUIREMENTS</vt:lpstr>
      <vt:lpstr>MODULES</vt:lpstr>
      <vt:lpstr>1. DATA ACQUISATION</vt:lpstr>
      <vt:lpstr>2. DATA PRE PROCESSING</vt:lpstr>
      <vt:lpstr>MEDIAPIPE LAND MARK SYSTEM</vt:lpstr>
      <vt:lpstr>3. GESTURE CLASSIFICATION</vt:lpstr>
      <vt:lpstr>1</vt:lpstr>
      <vt:lpstr>4. TEXT TO SPEECH</vt:lpstr>
      <vt:lpstr>SEQUENCE DIAGRAM</vt:lpstr>
      <vt:lpstr>DFD DIAGRAM</vt:lpstr>
      <vt:lpstr>CONCLUSION AND 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Sushamita Patil</dc:creator>
  <cp:lastModifiedBy>Seeba Maldar</cp:lastModifiedBy>
  <cp:revision>6</cp:revision>
  <dcterms:created xsi:type="dcterms:W3CDTF">2025-05-02T14:52:43Z</dcterms:created>
  <dcterms:modified xsi:type="dcterms:W3CDTF">2025-05-21T18:12:48Z</dcterms:modified>
</cp:coreProperties>
</file>